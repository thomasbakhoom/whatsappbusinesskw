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3657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73152" cy="6858000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2B4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INTEGRATION BLUEPRINT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Kuwait WhatsApp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Engine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548640" cy="36576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60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multi-pass technical audit prepared for third-party integration partner architects.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441"/>
                </a:solidFill>
              </a:rPr>
              <a:t>AUDIT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782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April 2026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7824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441"/>
                </a:solidFill>
              </a:rPr>
              <a:t>VERSION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v0.1.0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7824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441"/>
                </a:solidFill>
              </a:rPr>
              <a:t>READINESS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7824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7.6 / 10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77824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441"/>
                </a:solidFill>
              </a:rPr>
              <a:t>FEATURE COMPLETE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78240" y="4526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Prepared by Principal Architecture Audit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·  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WhatsApp-first engagement platform, built for the GCC.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WhatsApp Growth Engine  ·  Integration Audit  ·  v0.1.0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69494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KWGE pairs a FastAPI/Python 3.11 service-oriented backend with a Next.js 15 operator console, deployed to AWS me-south-1 (Bahrain) for in-region data residency.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reaches a credible 78% feature-completeness against its own product specification and a self-assessed enterprise readiness of 7.6/10, anchored by genuine differentiators — Cloud-API-native WhatsApp messaging, K-Net/Tap Payments, Aramex shipping, Kuwaiti-dialect NLP, and CITRA-aligned compliance instrumentation.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 feasible on a 2–4 week deployment horizon, with a recommended 8-week hardening path before binding to external SLAs.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1097280"/>
            <a:ext cx="21031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0" y="1097280"/>
            <a:ext cx="2103120" cy="45720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ADCFC"/>
                </a:solidFill>
              </a:rPr>
              <a:t>API MODULES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18120" y="1463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81812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REST routers under /v1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921240" y="1097280"/>
            <a:ext cx="21031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921240" y="1097280"/>
            <a:ext cx="2103120" cy="45720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ADCFC"/>
                </a:solidFill>
              </a:rPr>
              <a:t>ORM ENTITIES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0" y="1463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005840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tenant-scoped tables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80960" y="2514600"/>
            <a:ext cx="21031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80960" y="2514600"/>
            <a:ext cx="2103120" cy="45720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ADCFC"/>
                </a:solidFill>
              </a:rPr>
              <a:t>CELERY QUEUES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18120" y="2880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81812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named workload lanes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921240" y="2514600"/>
            <a:ext cx="21031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921240" y="2514600"/>
            <a:ext cx="2103120" cy="45720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ADCFC"/>
                </a:solidFill>
              </a:rPr>
              <a:t>DEPLOY TARGET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0" y="2880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1005840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me-south-1, Bahrain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80960" y="4023360"/>
            <a:ext cx="3977640" cy="21945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4023360"/>
            <a:ext cx="73152" cy="219456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26A6A"/>
                </a:solidFill>
              </a:rPr>
              <a:t>THREE BLOCKERS BEFORE SLA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63840" y="44348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fanout is in-process — breaks under ECS scale-out.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baseline is empty — production schema is not source-controlled.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Campaigns, chatbot executor, Twilio fallback, omnichannel — advertised, not functional.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·  ARCHITECTURAL TOPOGRAPHY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monolith with asynchronous task offload.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WhatsApp Growth Engine  ·  Integration Audit  ·  v0.1.0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441"/>
                </a:solidFill>
              </a:rPr>
              <a:t>PARADIGM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FastAPI process exposes 31 versioned API modules under /v1/*. A Celery worker fleet shares the same code image and the same database. Cross-cutting concerns are implemented as ordered ASGI middleware: SecurityHeaders → Tenant → Timing → RequestID → CORS.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441"/>
                </a:solidFill>
              </a:rPr>
              <a:t>INTEGRATION CONSEQUENCE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share one connection pool, one deploy artefact, one failure domain. There is no service mesh between payments, shipping and messaging — partners should treat KWGE as a single coupled dependency, not a federation.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097280"/>
            <a:ext cx="5212080" cy="52120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</a:rPr>
              <a:t>REQUEST PATH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600200"/>
            <a:ext cx="4480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C66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1600200"/>
            <a:ext cx="73152" cy="548640"/>
          </a:xfrm>
          <a:prstGeom prst="rect">
            <a:avLst/>
          </a:prstGeom>
          <a:solidFill>
            <a:srgbClr val="5C6685"/>
          </a:solidFill>
          <a:ln w="12700">
            <a:solidFill>
              <a:srgbClr val="5C66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600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Partner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2148840"/>
            <a:ext cx="0" cy="228600"/>
          </a:xfrm>
          <a:prstGeom prst="line">
            <a:avLst/>
          </a:prstGeom>
          <a:noFill/>
          <a:ln w="12700">
            <a:solidFill>
              <a:srgbClr val="5C668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66560" y="2377440"/>
            <a:ext cx="4480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C66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2377440"/>
            <a:ext cx="73152" cy="548640"/>
          </a:xfrm>
          <a:prstGeom prst="rect">
            <a:avLst/>
          </a:prstGeom>
          <a:solidFill>
            <a:srgbClr val="5C6685"/>
          </a:solidFill>
          <a:ln w="12700">
            <a:solidFill>
              <a:srgbClr val="5C66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377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 (TLS termination)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06840" y="2926080"/>
            <a:ext cx="0" cy="228600"/>
          </a:xfrm>
          <a:prstGeom prst="line">
            <a:avLst/>
          </a:prstGeom>
          <a:noFill/>
          <a:ln w="12700">
            <a:solidFill>
              <a:srgbClr val="5C668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66560" y="3154680"/>
            <a:ext cx="4480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315468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Middleware chain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06840" y="3703320"/>
            <a:ext cx="0" cy="228600"/>
          </a:xfrm>
          <a:prstGeom prst="line">
            <a:avLst/>
          </a:prstGeom>
          <a:noFill/>
          <a:ln w="12700">
            <a:solidFill>
              <a:srgbClr val="5C668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766560" y="3931920"/>
            <a:ext cx="4480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393192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931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 ·  21 ORM models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06840" y="4480560"/>
            <a:ext cx="0" cy="228600"/>
          </a:xfrm>
          <a:prstGeom prst="line">
            <a:avLst/>
          </a:prstGeom>
          <a:noFill/>
          <a:ln w="12700">
            <a:solidFill>
              <a:srgbClr val="5C668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766560" y="4709160"/>
            <a:ext cx="4480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B3A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4709160"/>
            <a:ext cx="73152" cy="548640"/>
          </a:xfrm>
          <a:prstGeom prst="rect">
            <a:avLst/>
          </a:prstGeom>
          <a:solidFill>
            <a:srgbClr val="4FB3A9"/>
          </a:solidFill>
          <a:ln w="12700">
            <a:solidFill>
              <a:srgbClr val="4FB3A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4709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+  Redis 7  +  S3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0" y="3108960"/>
            <a:ext cx="1371600" cy="640080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0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 ·  8 queues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·  COMPONENT DECOMPOSITION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responsibilities across the monolith.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WhatsApp Growth Engine  ·  Integration Audit  ·  v0.1.0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420624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 (FastAPI)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backend/app/main.py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HTTP/WS ingress, auth, tenancy,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REST + 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backend/app/services/*_service.py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Contacts, conversations, messages,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providers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backend/app/services/whatsapp/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API (prod), Twilio (stub)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+ webhook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NLP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backend/app/services/ai/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Kuwaiti dialect, intent, sentiment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+ rule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backend/app/services/tap_payments.py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charges, K-Net, Apple Pay, refunds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+ webhook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backend/app/services/shipping/aramex.py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Aramex create / track / cancel + COD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fleet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backend/app/tasks/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send, imports, analytics, AI 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Celery / Redis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Realtime fanout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backend/app/websocket/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Per-company / per-user broadcast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console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frontend/src/app/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Inbox, CRM, pipeline,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</a:rPr>
              <a:t>⚠  In-process WebSocket manager will not survive horizontal scale-out (see R1).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·  DATA FLOW &amp; STATE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Eventually consistent on writes; idempotent at every webhook.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WhatsApp Growth Engine  ·  Integration Audit  ·  v0.1.0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441"/>
                </a:solidFill>
              </a:rPr>
              <a:t>INBOUND MESSAGE PATH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155448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posts webhook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685"/>
                </a:solidFill>
              </a:rPr>
              <a:t>POST /webhooks/whatsapp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1920240"/>
            <a:ext cx="7772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11880" y="155448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8892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persist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8892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685"/>
                </a:solidFill>
              </a:rPr>
              <a:t>CloudAPIProvider.parse_webhook()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43400" y="1920240"/>
            <a:ext cx="7772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0" y="155448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12064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Contact / Conversation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685"/>
                </a:solidFill>
              </a:rPr>
              <a:t>tenant-scoped, message_id key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1920240"/>
            <a:ext cx="7772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75320" y="155448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45236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realtime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5236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685"/>
                </a:solidFill>
              </a:rPr>
              <a:t>WS push to assigned agent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006840" y="1920240"/>
            <a:ext cx="7772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607040" y="155448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78408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status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8408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685"/>
                </a:solidFill>
              </a:rPr>
              <a:t>Meta status → delivery_status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3657600" cy="219456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31920"/>
            <a:ext cx="3657600" cy="54864"/>
          </a:xfrm>
          <a:prstGeom prst="rect">
            <a:avLst/>
          </a:prstGeom>
          <a:solidFill>
            <a:srgbClr val="4FB3A9"/>
          </a:solidFill>
          <a:ln w="12700">
            <a:solidFill>
              <a:srgbClr val="4FB3A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B3A9"/>
                </a:solidFill>
              </a:rPr>
              <a:t>STRONG CONSISTENCY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4805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single tenant, via PostgreSQL transactions and composite (company_id, *) constraints.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61688" y="3931920"/>
            <a:ext cx="3657600" cy="219456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61688" y="3931920"/>
            <a:ext cx="365760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44568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441"/>
                </a:solidFill>
              </a:rPr>
              <a:t>EVENTUAL CONSISTENCY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44568" y="44805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message delivery_status is reconciled asynchronously when Meta posts a status webhook.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66176" y="3931920"/>
            <a:ext cx="3657600" cy="219456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66176" y="3931920"/>
            <a:ext cx="3657600" cy="54864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49056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6A6A"/>
                </a:solidFill>
              </a:rPr>
              <a:t>TENANT ISOLATION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49056" y="44805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filter + SET LOCAL app.current_tenant. No PostgreSQL RLS policies are defined.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·  INTEGRATION SURFACE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paths under /v1.  WebSocket at /ws.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WhatsApp Growth Engine  ·  Integration Audit  ·  v0.1.0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7432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97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2B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</a:rPr>
              <a:t>REST modules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7432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097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2B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</a:rPr>
              <a:t>Celery queues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7432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097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2B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</a:rPr>
              <a:t>Webhook ingress paths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097280"/>
            <a:ext cx="27432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5440" y="1097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2B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92354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</a:rPr>
              <a:t>WebSocket endpoint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51760"/>
            <a:ext cx="73152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</a:rPr>
              <a:t>MESSAGING &amp; CRM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200400"/>
            <a:ext cx="3337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/contacts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/conversations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/tags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/custom-fields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/timeline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/templates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/media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61688" y="265176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61688" y="2651760"/>
            <a:ext cx="73152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</a:rPr>
              <a:t>AUTOMATION &amp;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0288" y="3200400"/>
            <a:ext cx="3337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/automations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/ai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/chatbots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/glossary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/surveys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/landing-pages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/campaigns ⚠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/analytics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66176" y="265176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66176" y="2651760"/>
            <a:ext cx="73152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94776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</a:rPr>
              <a:t>COMMERCE &amp; OPS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94776" y="3200400"/>
            <a:ext cx="3337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/payments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/shipping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/catalog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/pipelines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/compliance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/export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/channels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/webhooks/*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·  AUTHENTICATION &amp; AUTHORIZATION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bearer with HS256 today; tenant injected from claims.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WhatsApp Growth Engine  ·  Integration Audit  ·  v0.1.0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solidFill>
            <a:srgbClr val="0F1430"/>
          </a:solidFill>
          <a:ln w="12700">
            <a:solidFill>
              <a:srgbClr val="0F1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00" cy="45720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441"/>
                </a:solidFill>
              </a:rPr>
              <a:t>ACCESS TOKEN  ·  HS256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        "&lt;user-uuid&gt;",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"company_id":  "&lt;tenant-uuid&gt;",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"roles":       ["admin","agent"],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"iat":         &lt;issued-at&gt;,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        &lt;iat + 15m&gt;,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       "access"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441"/>
                </a:solidFill>
              </a:rPr>
              <a:t>LIFETIMES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 15 min     ·     Refresh  7 d     ·     Configurable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6A6A"/>
                </a:solidFill>
              </a:rPr>
              <a:t>PARTNER NOTE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secret prevents offline verification. Recommend RS256 + JWKS before contractual cutover.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441"/>
                </a:solidFill>
              </a:rPr>
              <a:t>RBAC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3716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roles  ·  ~30 permissions stored as JSONB on users.  Enforcement is manual per endpoint — no @require_permission decorator.  Adding new endpoints by the partner is therefore audit-prone.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834640"/>
            <a:ext cx="100584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834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platform_admin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0" y="2834640"/>
            <a:ext cx="100584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834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12480" y="2834640"/>
            <a:ext cx="100584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834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09760" y="2834640"/>
            <a:ext cx="100584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0" y="2834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607040" y="2834640"/>
            <a:ext cx="100584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0" y="2834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441"/>
                </a:solidFill>
              </a:rPr>
              <a:t>WEBHOOK AUTHENTICATION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88620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Cloud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hub.verify_token handshake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 secret in header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check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Aramex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 token in header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check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621792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85"/>
                </a:solidFill>
              </a:rPr>
              <a:t>Partners introducing new webhook producers must add HMAC validation at the edge.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·  DATA CONTRACTS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by Pydantic at the edge.  KWD with three decimals throughout.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WhatsApp Growth Engine  ·  Integration Audit  ·  v0.1.0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66928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monetary fields are KWD with 3 decimal places. Do not assume ISO-4217 2-dp.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566928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097280"/>
            <a:ext cx="73152" cy="1097280"/>
          </a:xfrm>
          <a:prstGeom prst="rect">
            <a:avLst/>
          </a:prstGeom>
          <a:solidFill>
            <a:srgbClr val="4FB3A9"/>
          </a:solidFill>
          <a:ln w="12700">
            <a:solidFill>
              <a:srgbClr val="4FB3A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188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5087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to E.164 by phone_utils. Validated on inbound CRM and WhatsApp paths.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566928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31720"/>
            <a:ext cx="731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423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status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743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Regex-pinned: ^(open|closed|pending|snoozed)$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331720"/>
            <a:ext cx="566928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2331720"/>
            <a:ext cx="731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423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Automation.conditions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2743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array of {field, op ∈ [eq, neq, gt, gte, lt, lte, contains], value}. AND-evaluated.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566928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66160"/>
            <a:ext cx="731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57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Automation.actions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9776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list across 8 types — including a webhook action that forwards to a partner URL.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566160"/>
            <a:ext cx="566928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3566160"/>
            <a:ext cx="731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657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Chatbot.nodes / edges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9776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form. Node types: message, condition, payment_link, check_shipping, others.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800600"/>
            <a:ext cx="566928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800600"/>
            <a:ext cx="73152" cy="1097280"/>
          </a:xfrm>
          <a:prstGeom prst="rect">
            <a:avLst/>
          </a:prstGeom>
          <a:solidFill>
            <a:srgbClr val="4FB3A9"/>
          </a:solidFill>
          <a:ln w="12700">
            <a:solidFill>
              <a:srgbClr val="4FB3A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892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AuditLog.changes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52120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JSONB diff per entity mutation, indexed by (entity_type, entity_id).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4800600"/>
            <a:ext cx="566928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4800600"/>
            <a:ext cx="73152" cy="109728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892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92240" y="52120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routes pinned under /v1. No deprecation header convention — expect out-of-band notice.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·  UPSTREAM DEPENDENCY CONE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services bound the partner's effective SLA.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WhatsApp Growth Engine  ·  Integration Audit  ·  v0.1.0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1828800"/>
                <a:gridCol w="4297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 encoded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WhatsApp Cloud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graph.facebook.com/v19.0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Celery retry; status reconciled via webhook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api.tap.company/v2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 (secret key)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fallback when key empty (dev)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Aramex Shipping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ws.aramex.net/.../json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fallback;  cancel is a stub returning True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Claude 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kuwaiti_nlp.py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S3 / MinIO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SigV4 / static creds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failures propagate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RDS / ElastiCache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VPC-internal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/ password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Surfaced via /health/ready probe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5212080"/>
            <a:ext cx="73152" cy="91440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303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6A6A"/>
                </a:solidFill>
              </a:rPr>
              <a:t>LATENCY POSTURE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circuit breakers. A sustained Meta or Tap outage will manifest as queue back-pressure rather than fast failure. Plan partner-side breakers accordingly.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 ·  STACK &amp; INFRASTRUCTURE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3.11 / Next.js 15  ·  AWS me-south-1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WhatsApp Growth Engine  ·  Integration Audit  ·  v0.1.0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73152" cy="5029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RUNTIME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1783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 ·  FastAPI ≥ 0.115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2286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async  ·  asyncpg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MIGRATIONS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27889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≥ 1.13  ·  baseline empty 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ASYNC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3291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on Redis 7.1  ·  8 queues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DATABASE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37947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·  RDS db.t3.medium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297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CACHE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42976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7.1  ·  ElastiCache 2 × t3.medium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800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STORAGE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48006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kwgrowth  ·  MinIO in dev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5303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LOGGING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31720" y="5303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structlog 24.1  ·  JSON to CloudWatch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10972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097280"/>
            <a:ext cx="73152" cy="5029200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&amp; DEPLOY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FRAMEWORK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01000" y="1783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15.2  ·  React 19  ·  TS 5.5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STATE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01000" y="2286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5  ·  TanStack Query 5.50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STYLE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01000" y="27889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4  ·  Radix UI primitives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I18N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01000" y="3291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next-intl 3.20  ·  not yet wired ⚠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5508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REGION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01000" y="37947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me-south-1  ·  Bahrain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55080" y="4297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ORCHESTRATION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01000" y="42976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 ·  ALB 80→443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55080" y="4800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IAC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01000" y="48006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·  state in S3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55080" y="5303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685"/>
                </a:solidFill>
              </a:rPr>
              <a:t>CI / CD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01000" y="5303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 ·  OIDC to AWS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·  SECURITY POSTURE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 foundations.  Wildcard CORS and ungated limiter need attention.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WhatsApp Growth Engine  ·  Integration Audit  ·  v0.1.0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73152" cy="5029200"/>
          </a:xfrm>
          <a:prstGeom prst="rect">
            <a:avLst/>
          </a:prstGeom>
          <a:solidFill>
            <a:srgbClr val="4FB3A9"/>
          </a:solidFill>
          <a:ln w="12700">
            <a:solidFill>
              <a:srgbClr val="4FB3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3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terminates at the ALB; RDS storage and S3 SSE 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12 rounds for password storage.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scope on every authenticated dependency.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 validation at every endpoint edge.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AuditLog with composite indexes.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OIDC to AWS — no long-lived deploy keys.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CITRA checks plus regional residency attestation.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97280"/>
            <a:ext cx="73152" cy="502920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VULNERABILITY SURFACE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JWT — secret leakage forges all tenant tokens.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allow_methods=['*'], allow_headers=['*'].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 exists but is not registered globally.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CSRF tokens; SameSite cookie posture not configured.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webhook verify_webhook() returns True unconditionally.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dev creds (minioadmin / kwgrowth_dev) in compose.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fields not encrypted at rest; Fernet helper unused.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 ·  OBSERVABILITY &amp; RESILIENCE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Telemetry is partial.  Idempotency on inbound paths is sound.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WhatsApp Growth Engine  ·  Integration Audit  ·  v0.1.0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36576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E2761"/>
                </a:solidFill>
              </a:rPr>
              <a:t>TELEMETRY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structlog 24.1  ·  JSON to CloudWatch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Per-request: request_id, company_id, user_id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metrics  ·  /metrics (Prometheus text)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OpenTelemetry tracing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Grafana dashboards provisioned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configured  ·  not instantiated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1688" y="109728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1097280"/>
            <a:ext cx="365760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B441"/>
                </a:solidFill>
              </a:rPr>
              <a:t>FAULT TOLERANCE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0288" y="173736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Celery retry policies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default 30 s timeout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in-process HTTP retry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circuit breakers on outbound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separate Celery queues isolate workloads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schedule in single SQLite file (SPOF)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66176" y="109728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1097280"/>
            <a:ext cx="3657600" cy="54864"/>
          </a:xfrm>
          <a:prstGeom prst="rect">
            <a:avLst/>
          </a:prstGeom>
          <a:solidFill>
            <a:srgbClr val="4FB3A9"/>
          </a:solidFill>
          <a:ln w="12700">
            <a:solidFill>
              <a:srgbClr val="4FB3A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94776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FB3A9"/>
                </a:solidFill>
              </a:rPr>
              <a:t>IDEMPOTENCY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94776" y="173736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message.id  ·  unique by design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charge_id  ·  duplicate-charge proof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Aramex tracking_number  ·  upsert-shaped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 inserts only — never updated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handlers are upsert-shaped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webhook replay supported end-to-end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 ·  RISK ASSESSMENT  ·  R1–R6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Ordered by integration impact, not code severity.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WhatsApp Growth Engine  ·  Integration Audit  ·  v0.1.0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914400" cy="73152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1170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fanout is not cluster-safe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1481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Migrate to Redis pub/sub before exceeding one API task.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38528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38528"/>
            <a:ext cx="914400" cy="73152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3852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2011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migrations are not source-controlled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232257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Generate Alembic baseline; gate CI on upgrade head from empty DB.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79776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79776"/>
            <a:ext cx="914400" cy="73152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7977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54480" y="28529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is symmetric (HS256)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31638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Move to RS256 with a JWKS endpoint; rotate secret at cutover.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21024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621024"/>
            <a:ext cx="914400" cy="73152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2102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54480" y="369417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product surfaces are not functional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40050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Descope or budget the 8–10 weeks of build noted in GAP_ANALYSIS.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462272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462272"/>
            <a:ext cx="914400" cy="73152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6227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554480" y="45354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signatures incomplete on Tap and Aramex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54480" y="4846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Treat inbound payment / shipment webhooks as untrusted until signed.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303520"/>
            <a:ext cx="914400" cy="73152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303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554480" y="5376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is not enforced globally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554480" y="56875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Register middleware with stricter limits on auth and webhook paths.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 ·  RISK ASSESSMENT  ·  R7–R12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 a recommended partner-side defensive posture.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WhatsApp Growth Engine  ·  Integration Audit  ·  v0.1.0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777240" cy="86868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188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is wildcard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1508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explicit methods and headers per partner origin.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097280"/>
            <a:ext cx="777240" cy="86868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9728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23760" y="1188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pool sized for development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3760" y="1508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Benchmark; raise pool from 20+10 to 50–100 in production.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05740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057400"/>
            <a:ext cx="777240" cy="86868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5740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R9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2148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risk in CRM list endpoints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2468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selectinload / joinedload across service layer.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205740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057400"/>
            <a:ext cx="777240" cy="86868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05740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23760" y="2148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field-level encryption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3760" y="2468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Fernet helper to flagged columns.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017520"/>
            <a:ext cx="777240" cy="86868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01752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3108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CDN in front of S3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3429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media bucket with CloudFront for GCC mobile latency.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301752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3017520"/>
            <a:ext cx="777240" cy="868680"/>
          </a:xfrm>
          <a:prstGeom prst="rect">
            <a:avLst/>
          </a:prstGeom>
          <a:solidFill>
            <a:srgbClr val="E26A6A"/>
          </a:solidFill>
          <a:ln w="12700">
            <a:solidFill>
              <a:srgbClr val="E26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01752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223760" y="3108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SDKs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23760" y="3429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OpenAPI clients (Python, TypeScript) from /openapi.json.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1124712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206240"/>
            <a:ext cx="112471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343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441"/>
                </a:solidFill>
              </a:rPr>
              <a:t>RECOMMENDED PARTNER-SIDE POSTURE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466344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every outbound call to KWGE in a circuit breaker with a 30 s rolling window.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WebSocket as best-effort; reconcile critical state via REST polling.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KWGE webhook payloads idempotently keyed by message.id / charge_id / tracking_number.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your own correlation ID into X-Request-ID so KWGE structlog stitches with your observability.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 ·  CRITICAL KNOWLEDGE GAPS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these before signing the integration contract.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WhatsApp Growth Engine  ·  Integration Audit  ·  v0.1.0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669280" cy="868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03020"/>
            <a:ext cx="457200" cy="45720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03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188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targets — message-send latency, webhook-to-broadcast latency, API availability not documented.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5669280" cy="868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303020"/>
            <a:ext cx="457200" cy="45720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303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188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scale envelope — the 100–500K-contact figure is unsupported by load-test artefacts.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5669280" cy="868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263140"/>
            <a:ext cx="457200" cy="45720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263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beat schedule contents — schedule file is binary; cadence not visible in source.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057400"/>
            <a:ext cx="5669280" cy="868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2263140"/>
            <a:ext cx="457200" cy="45720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263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retry / backoff specifics — true behaviour under Meta or Tap throttling is uncertain.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5669280" cy="868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223260"/>
            <a:ext cx="457200" cy="45720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223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108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— RPO / RTO, cross-region restore drill cadence, snapshot policy are unstated.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017520"/>
            <a:ext cx="5669280" cy="868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3223260"/>
            <a:ext cx="457200" cy="45720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3223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0880" y="3108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rotation — mechanism for JWT, WhatsApp tokens, Tap keys, DB password is undescribed.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5669280" cy="868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183380"/>
            <a:ext cx="457200" cy="45720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183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88720" y="4069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signature schemes — HMAC scheme on /payments/webhook is unspecified.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3977640"/>
            <a:ext cx="5669280" cy="868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4183380"/>
            <a:ext cx="457200" cy="45720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4183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40880" y="4069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completeness — degree to which response models are pinned drives partner SDK quality.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937760"/>
            <a:ext cx="5669280" cy="868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5143500"/>
            <a:ext cx="457200" cy="45720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5143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88720" y="5029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contract — translation files exist but are not wired into pages; RTL behaviour unverified.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4937760"/>
            <a:ext cx="5669280" cy="868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46520" y="5143500"/>
            <a:ext cx="457200" cy="45720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5143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40880" y="5029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format guarantees — CSV column order and PDF schema are not versioned.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2B441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 against a credible foundation —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harden these twelve risks before you bind the SLA.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38328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657600"/>
            <a:ext cx="338328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441"/>
                </a:solidFill>
              </a:rPr>
              <a:t>DEPLOY HORIZON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4114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2–4 weeks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9728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with secrets and domain in place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3657600"/>
            <a:ext cx="338328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3657600"/>
            <a:ext cx="338328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441"/>
                </a:solidFill>
              </a:rPr>
              <a:t>HARDEN HORIZON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4114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weeks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to close R1–R6 before SLA cutover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3657600"/>
            <a:ext cx="338328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3657600"/>
            <a:ext cx="3383280" cy="54864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441"/>
                </a:solidFill>
              </a:rPr>
              <a:t>FULL SCOPE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4114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8–12 weeks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41248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to close all gaps in GAP_ANALYSIS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Enterprise Integration Blueprint  ·  Kuwait WhatsApp Growth Engine  ·  13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Integration Blueprint — Kuwait WhatsApp Growth Engine</dc:title>
  <dc:subject>PptxGenJS Presentation</dc:subject>
  <dc:creator>Principal Architecture Audit</dc:creator>
  <cp:lastModifiedBy>Principal Architecture Audit</cp:lastModifiedBy>
  <cp:revision>1</cp:revision>
  <dcterms:created xsi:type="dcterms:W3CDTF">2026-04-13T10:01:57Z</dcterms:created>
  <dcterms:modified xsi:type="dcterms:W3CDTF">2026-04-13T10:01:57Z</dcterms:modified>
</cp:coreProperties>
</file>